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DM Sans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PT Serif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-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5A3FB-7594-4625-BBC5-32B80A94798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97CD3-DADF-4A87-89F9-CD9436EC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1-6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1-4.svg"/><Relationship Id="rId5" Type="http://schemas.openxmlformats.org/officeDocument/2006/relationships/image" Target="../media/image27.png"/><Relationship Id="rId4" Type="http://schemas.openxmlformats.org/officeDocument/2006/relationships/image" Target="../media/image-11-2.svg"/><Relationship Id="rId9" Type="http://schemas.openxmlformats.org/officeDocument/2006/relationships/image" Target="../media/image-11-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37072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Helmet for Rider Safety Using Arduino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86097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IoT-based Accident Detection and Emergency Alert System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3376017"/>
            <a:ext cx="6296860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Hasibur Rahman Sun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0112330199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Nafis Iqbal Neloy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0112330617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Md. Mishkatul Bary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0112330669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Abdullah Al Muhaimin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0112330641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Farjana Akter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0112330657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Jannatul Ferdaous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0112330670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6355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&amp; Problem Statement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7760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Accidents become critical when emergency aid is delayed.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automatic crash detection on many helmets.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Riders may be incapacitated and unable to call for help.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028057"/>
            <a:ext cx="6296860" cy="2833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0031" y="3141488"/>
            <a:ext cx="1101923" cy="17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Crash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610031" y="3368727"/>
            <a:ext cx="1101923" cy="27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 occurs; rider may be incapacitated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2699846" y="5266679"/>
            <a:ext cx="1107978" cy="17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Detection Delay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699846" y="5493918"/>
            <a:ext cx="1107978" cy="27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automatic alert; valuable minutes lost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777551" y="3120296"/>
            <a:ext cx="1101923" cy="17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Call Placed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777551" y="3347536"/>
            <a:ext cx="1101923" cy="27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call made once able or noticed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867365" y="5177278"/>
            <a:ext cx="1101923" cy="35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Emergency Arrival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67365" y="5583320"/>
            <a:ext cx="1101923" cy="27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reaches scene after significant delay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94296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Objectives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61475" y="1973957"/>
            <a:ext cx="6296860" cy="1103908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162969"/>
            <a:ext cx="59188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Detection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50482" y="258643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impacts and abnormal motion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266877"/>
            <a:ext cx="6296860" cy="1103908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455888"/>
            <a:ext cx="59188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Reliable Alerts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50482" y="387935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SOS with GPS to contacts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9796"/>
            <a:ext cx="6296860" cy="1103908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748808"/>
            <a:ext cx="59188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Cost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50482" y="5172273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Affordable, wearable electronics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Overview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29" y="862310"/>
            <a:ext cx="7438938" cy="5905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7586" y="3307013"/>
            <a:ext cx="1336832" cy="962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Helmet SOS System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32682" y="1574284"/>
            <a:ext cx="1988775" cy="32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Helmet Sensors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32682" y="1982205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MPU6050 &amp; SW-420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17772" y="1574284"/>
            <a:ext cx="1988776" cy="32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417772" y="1982205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SOS &amp; Call actions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7772" y="5454456"/>
            <a:ext cx="1988776" cy="32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Smartphone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17772" y="5862377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GPS &amp; messaging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2682" y="5362750"/>
            <a:ext cx="1988775" cy="32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Bluetooth Link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32682" y="5770671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Wireless transmit to phone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0007" y="3487198"/>
            <a:ext cx="2032250" cy="32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Controller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50007" y="3895119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 data processing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9579" y="3337582"/>
            <a:ext cx="2032250" cy="641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Emergency Contact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689579" y="4066473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recipient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3708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Hardware Components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627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1765995"/>
            <a:ext cx="471575" cy="5894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41010" y="1765995"/>
            <a:ext cx="14357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5341010" y="2265065"/>
            <a:ext cx="143575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microcontroller and processor for the system.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003" y="1765995"/>
            <a:ext cx="471575" cy="5894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20812" y="1765995"/>
            <a:ext cx="14357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MPU6050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720812" y="2265065"/>
            <a:ext cx="143575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Accelerometer &amp; gyro for tilt and impact detection.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804" y="1765995"/>
            <a:ext cx="471575" cy="5894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100613" y="1765995"/>
            <a:ext cx="143575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SW-420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0100613" y="2265065"/>
            <a:ext cx="14357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Vibration/impact confirmation sensor.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201" y="3852763"/>
            <a:ext cx="471575" cy="5894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41010" y="3852763"/>
            <a:ext cx="1435759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Battery + TP4056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5341010" y="4661892"/>
            <a:ext cx="143575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Portable power and safe charging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213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Structural &amp; Mechanical Components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31429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1431429"/>
            <a:ext cx="174491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Breadboard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456495" y="1854895"/>
            <a:ext cx="174491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prototyping circuit connections safely and efficiently.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431429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1431429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LEDs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232665" y="1854895"/>
            <a:ext cx="17450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indicators for system status (e.g., active, alert, low battery).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431429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1431429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Buzzers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008935" y="1854895"/>
            <a:ext cx="17450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Audible alerts for the rider, confirming actions or warnings.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431429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1431429"/>
            <a:ext cx="174501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Connecting Wires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785204" y="2164953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establish secure electrical connections between all components.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055070"/>
            <a:ext cx="558786" cy="558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6495" y="4055070"/>
            <a:ext cx="1744917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Insulation Materials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456495" y="4788595"/>
            <a:ext cx="174491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Heat shrink for protecting connections and preventing short circuits.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7645" y="4055070"/>
            <a:ext cx="558786" cy="5588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32665" y="4055070"/>
            <a:ext cx="174501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Foam Padding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4232665" y="4478536"/>
            <a:ext cx="17450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secure sensor mounting and rider comfort within the helmet.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459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Accident Detection Technology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971675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873974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Alert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47307" y="4873974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SW-420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314884" y="4873974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MPU6050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Features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94296"/>
            <a:ext cx="1508087" cy="1508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58393"/>
            <a:ext cx="2600161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Accident Detection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3185220"/>
            <a:ext cx="260016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Automatic, threshold-based detection.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604" y="1194296"/>
            <a:ext cx="1508087" cy="1508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7604" y="2858393"/>
            <a:ext cx="260026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SOS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17604" y="3185220"/>
            <a:ext cx="26002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Immediate alert with location.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831" y="1194296"/>
            <a:ext cx="1508087" cy="1508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3831" y="2858393"/>
            <a:ext cx="2600161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GPS Sharing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73831" y="3185220"/>
            <a:ext cx="260016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coordinates sent to contacts.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960" y="1194296"/>
            <a:ext cx="1508087" cy="15081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29960" y="2858393"/>
            <a:ext cx="260026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Bluetooth Connectivity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29960" y="3185220"/>
            <a:ext cx="26002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Low-energy BLE link to smartphone.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880048"/>
            <a:ext cx="1508087" cy="15081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44145"/>
            <a:ext cx="2600161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False Alarm Cancellation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5870972"/>
            <a:ext cx="260016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10s confirmation window for rider override.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669"/>
            <a:ext cx="10868745" cy="35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Working Mechanism (Workflow)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81" y="1076623"/>
            <a:ext cx="10693132" cy="5256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1706" y="1548549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Rider Cancels?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981706" y="1956471"/>
            <a:ext cx="4945208" cy="21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→ trigger notifications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81706" y="2776730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10s Countdown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81706" y="3184652"/>
            <a:ext cx="4945208" cy="21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Grace period for rider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81706" y="4004911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Threshold Breach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81706" y="4412833"/>
            <a:ext cx="4945208" cy="21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critical condition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92575" y="5233093"/>
            <a:ext cx="2567704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Sensors Monitor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92575" y="5641015"/>
            <a:ext cx="4945208" cy="21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track status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045"/>
            <a:ext cx="10868745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Software &amp; Algorithm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35" y="1326753"/>
            <a:ext cx="6214411" cy="4794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8383" y="3442422"/>
            <a:ext cx="1083831" cy="52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Algorithm Flow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44591" y="4817898"/>
            <a:ext cx="1612391" cy="52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Threshold &amp; Validation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44591" y="5408843"/>
            <a:ext cx="1612391" cy="35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limits and dual-validate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78547" y="3361877"/>
            <a:ext cx="1647638" cy="26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SOS, Call, 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8547" y="3692596"/>
            <a:ext cx="1647638" cy="35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 alerts and record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57042" y="4907806"/>
            <a:ext cx="1612391" cy="52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Debounce &amp; Countdown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57042" y="5498751"/>
            <a:ext cx="1612391" cy="17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Cancelable 10s timer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14275" y="3222952"/>
            <a:ext cx="1647638" cy="52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Filtering &amp; Fusion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14275" y="3813897"/>
            <a:ext cx="1647638" cy="35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Noise reduction and combine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61164" y="1660638"/>
            <a:ext cx="1656449" cy="52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Accel, Gyro, Vibration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61164" y="2251583"/>
            <a:ext cx="1656449" cy="17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sensor inputs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75996" y="1283593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75996" y="1525389"/>
            <a:ext cx="356047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4"/>
          <p:cNvSpPr/>
          <p:nvPr/>
        </p:nvSpPr>
        <p:spPr>
          <a:xfrm>
            <a:off x="7975996" y="1640185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Preprocess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75996" y="2016919"/>
            <a:ext cx="35604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 fusion &amp; noise filtering.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75996" y="2479377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5996" y="2721173"/>
            <a:ext cx="356047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8"/>
          <p:cNvSpPr/>
          <p:nvPr/>
        </p:nvSpPr>
        <p:spPr>
          <a:xfrm>
            <a:off x="7975996" y="2835970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Threshold Check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975996" y="3212703"/>
            <a:ext cx="35604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Acceleration &amp; vibration thresholds.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75996" y="3675162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75996" y="3916958"/>
            <a:ext cx="356047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5" name="Text 22"/>
          <p:cNvSpPr/>
          <p:nvPr/>
        </p:nvSpPr>
        <p:spPr>
          <a:xfrm>
            <a:off x="7975996" y="4031754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Confirm &amp; Countdown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975996" y="4408488"/>
            <a:ext cx="35604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10s cancelable timer to avoid false alerts.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75996" y="487094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75996" y="5112742"/>
            <a:ext cx="356047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9" name="Text 26"/>
          <p:cNvSpPr/>
          <p:nvPr/>
        </p:nvSpPr>
        <p:spPr>
          <a:xfrm>
            <a:off x="7975996" y="5227538"/>
            <a:ext cx="356047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Trigger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7975996" y="5604272"/>
            <a:ext cx="356047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BLE message to phone; initiate emergency routines.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2135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Emergency Communication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6063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Leveraging MacroDroid on the rider's mobile, the system intelligently adapts its alert strategy based on network availability, ensuring critical information reaches emergency contacts.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12827"/>
            <a:ext cx="5203794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Online Mode (Network Available)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3197622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262511"/>
            <a:ext cx="45895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Telegram Alert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275723" y="3761581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call via Telegram and message to designated groups or personal accounts.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4744442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5723" y="4809331"/>
            <a:ext cx="45895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Location Share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275723" y="530840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a live location link to provide real-time tracking for rescuers.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32776" y="2612827"/>
            <a:ext cx="5203794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Offline Mode (No Network)</a:t>
            </a:r>
            <a:endParaRPr lang="en-US" sz="2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32776" y="3197622"/>
            <a:ext cx="378014" cy="378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7024" y="3262511"/>
            <a:ext cx="45895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 Network Call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6947024" y="3761581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Initiate a direct call using the mobile's SIM network to emergency contacts.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332776" y="4744442"/>
            <a:ext cx="378014" cy="3780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7024" y="4809331"/>
            <a:ext cx="45895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SMS with Coordinates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6947024" y="530840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an SMS containing precise map coordinates and an accident notification.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6838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Implementation Design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627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1889125"/>
            <a:ext cx="2175019" cy="2439988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47608" y="2103537"/>
            <a:ext cx="174620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ESP32 Placement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847608" y="2912666"/>
            <a:ext cx="174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Central, protected housing near rear for balance.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97227" y="1889125"/>
            <a:ext cx="2175118" cy="2439988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11634" y="2103537"/>
            <a:ext cx="174630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Sensor Mounting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211634" y="2912666"/>
            <a:ext cx="17463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Rigid mount for MPU6050; damping for vibration sensor.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361353" y="1889125"/>
            <a:ext cx="2175118" cy="2439988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75759" y="2103537"/>
            <a:ext cx="17463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575759" y="2602607"/>
            <a:ext cx="174630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Battery with TP4056 in sealed compartment; external charging port.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633201" y="4518124"/>
            <a:ext cx="6903269" cy="1230313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7608" y="4732536"/>
            <a:ext cx="647445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Circuitry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847608" y="5231606"/>
            <a:ext cx="64744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Low-noise traces, decoupling, and EMI shielding.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69504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2049165"/>
            <a:ext cx="6296860" cy="353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helmet effectively integrates MPU6050 and SW-420 sensors with an ESP32 microcontroller to provide real-time motion and impact detection. Upon detecting an accident, it automatically communicates emergency alerts with precise location data to a connected mobile device.    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</a:t>
            </a: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design allows for flexible customization, enabling optional features such as advanced GPS tracking, audible warnings, and clear visual indicators. This project showcases a cost-effective and practical DIY IoT solution that significantly enhances rider safety by seamlessly combining traditional protective gear with modern technology.     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692</Words>
  <Application>Microsoft Office PowerPoint</Application>
  <PresentationFormat>Custom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DM Sans</vt:lpstr>
      <vt:lpstr>Calibri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Nafis Iqbal</dc:creator>
  <cp:lastModifiedBy>Neloy</cp:lastModifiedBy>
  <cp:revision>2</cp:revision>
  <dcterms:created xsi:type="dcterms:W3CDTF">2026-08-31T04:14:13Z</dcterms:created>
  <dcterms:modified xsi:type="dcterms:W3CDTF">2026-08-31T04:18:40Z</dcterms:modified>
</cp:coreProperties>
</file>